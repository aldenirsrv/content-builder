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73152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12" name="Nível de Corpo Um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21" name="Nível de Corpo Um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marL="783771" indent="-326571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2pPr>
            <a:lvl3pPr marL="1219200" indent="-3048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3pPr>
            <a:lvl4pPr marL="1737360" indent="-365760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4pPr>
            <a:lvl5pPr marL="2194560" indent="-365760" algn="l">
              <a:buSzPct val="100000"/>
              <a:buFont typeface="Arial"/>
              <a:buChar char="»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Texto do Título</a:t>
            </a:r>
          </a:p>
        </p:txBody>
      </p:sp>
      <p:sp>
        <p:nvSpPr>
          <p:cNvPr id="30" name="Nível de Corpo Um…"/>
          <p:cNvSpPr txBox="1"/>
          <p:nvPr>
            <p:ph type="body" sz="quarter" idx="1"/>
          </p:nvPr>
        </p:nvSpPr>
        <p:spPr>
          <a:xfrm>
            <a:off x="722312" y="2906713"/>
            <a:ext cx="7772401" cy="1500191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400"/>
              </a:spcBef>
              <a:defRPr sz="2000"/>
            </a:lvl1pPr>
            <a:lvl2pPr algn="l">
              <a:spcBef>
                <a:spcPts val="400"/>
              </a:spcBef>
              <a:defRPr sz="2000"/>
            </a:lvl2pPr>
            <a:lvl3pPr algn="l">
              <a:spcBef>
                <a:spcPts val="400"/>
              </a:spcBef>
              <a:defRPr sz="2000"/>
            </a:lvl3pPr>
            <a:lvl4pPr algn="l">
              <a:spcBef>
                <a:spcPts val="400"/>
              </a:spcBef>
              <a:defRPr sz="2000"/>
            </a:lvl4pPr>
            <a:lvl5pPr algn="l">
              <a:spcBef>
                <a:spcPts val="400"/>
              </a:spcBef>
              <a:defRPr sz="2000"/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39" name="Nível de Corpo Um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 algn="l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790575" indent="-333375" algn="l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2pPr>
            <a:lvl3pPr marL="1234438" indent="-320038" algn="l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1727200" indent="-355600" algn="l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4pPr>
            <a:lvl5pPr marL="2184400" indent="-355600" algn="l">
              <a:spcBef>
                <a:spcPts val="600"/>
              </a:spcBef>
              <a:buSzPct val="100000"/>
              <a:buFont typeface="Arial"/>
              <a:buChar char="»"/>
              <a:defRPr sz="2800">
                <a:solidFill>
                  <a:srgbClr val="000000"/>
                </a:solidFill>
              </a:defRPr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48" name="Nível de Corpo Um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1pPr>
            <a:lvl2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2pPr>
            <a:lvl3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3pPr>
            <a:lvl4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4pPr>
            <a:lvl5pPr algn="l"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7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o do Título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58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Texto do Título</a:t>
            </a:r>
          </a:p>
        </p:txBody>
      </p:sp>
      <p:sp>
        <p:nvSpPr>
          <p:cNvPr id="73" name="Nível de Corpo Um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 marL="342900" indent="-3429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marL="783771" indent="-326571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2pPr>
            <a:lvl3pPr marL="1219200" indent="-304800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3pPr>
            <a:lvl4pPr marL="1737360" indent="-365760" algn="l">
              <a:buSzPct val="100000"/>
              <a:buFont typeface="Arial"/>
              <a:buChar char="–"/>
              <a:defRPr>
                <a:solidFill>
                  <a:srgbClr val="000000"/>
                </a:solidFill>
              </a:defRPr>
            </a:lvl4pPr>
            <a:lvl5pPr marL="2194560" indent="-365760" algn="l">
              <a:buSzPct val="100000"/>
              <a:buFont typeface="Arial"/>
              <a:buChar char="»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Texto do Título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Nível de Corpo Um…"/>
          <p:cNvSpPr txBox="1"/>
          <p:nvPr>
            <p:ph type="body" sz="quarter" idx="1"/>
          </p:nvPr>
        </p:nvSpPr>
        <p:spPr>
          <a:xfrm>
            <a:off x="1792288" y="5367337"/>
            <a:ext cx="5486404" cy="804866"/>
          </a:xfrm>
          <a:prstGeom prst="rect">
            <a:avLst/>
          </a:prstGeom>
        </p:spPr>
        <p:txBody>
          <a:bodyPr/>
          <a:lstStyle>
            <a:lvl1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1pPr>
            <a:lvl2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2pPr>
            <a:lvl3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3pPr>
            <a:lvl4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4pPr>
            <a:lvl5pPr algn="l">
              <a:spcBef>
                <a:spcPts val="3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0" marR="0" indent="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ctr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filme-colado.png" descr="filme-colad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[HOOK]…"/>
          <p:cNvSpPr txBox="1"/>
          <p:nvPr/>
        </p:nvSpPr>
        <p:spPr>
          <a:xfrm>
            <a:off x="444602" y="1432765"/>
            <a:ext cx="6008087" cy="627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>
              <a:lnSpc>
                <a:spcPct val="85000"/>
              </a:lnSpc>
            </a:pPr>
            <a:r>
              <a:rPr sz="7800" b="1">
                <a:latin typeface="Poppins"/>
              </a:rPr>
              <a:t>AI will disrupt every industry.</a:t>
            </a:r>
          </a:p>
          <a:p>
            <a:pPr>
              <a:lnSpc>
                <a:spcPct val="85000"/>
              </a:lnSpc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